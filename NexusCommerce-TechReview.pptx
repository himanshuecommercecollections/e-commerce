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95728"/>
            <a:ext cx="12191695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DB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NEXUSCOMMERCE  ·  MULTI-VENDOR E-COMMERCE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Orders, Checkout &amp; Payments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Review — Implementation &amp; Architecture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636776" cy="38404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4F46E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BE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Addresses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86584" y="3429000"/>
            <a:ext cx="1348740" cy="38404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4F46E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BE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to Cart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6492" y="3429000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4F46E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BE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Order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82412" y="3429000"/>
            <a:ext cx="1060704" cy="38404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4F46E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BE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Checkout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44284" y="3429000"/>
            <a:ext cx="1732788" cy="38404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4F46E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BE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Payments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760720"/>
            <a:ext cx="11094415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Himanshu</a:t>
            </a:r>
            <a:pPr indent="0" marL="0">
              <a:buNone/>
            </a:pPr>
            <a:r>
              <a:rPr lang="en-US" sz="1300" dirty="0">
                <a:solidFill>
                  <a:srgbClr val="9DB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Review with Thomas    ·    Backend (Spring Boot + PostgreSQL)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14255" y="5852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DB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2026-06-04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5875">
            <a:solidFill>
              <a:srgbClr val="D7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NexusCommerce  ·  Technical Review  ·  Orders, Checkout &amp; Payments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364328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1848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645920" y="1673352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&amp; Process Architecture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645920" y="2148840"/>
            <a:ext cx="412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 request flows through the layered modular monolith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1508760"/>
            <a:ext cx="5364328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5888" y="161848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376008" y="1673352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Handling &amp; Management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376008" y="2148840"/>
            <a:ext cx="412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 model, soft-delete, snapshots, concurrency safety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090672"/>
            <a:ext cx="5364328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004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645920" y="3255264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Stack, Frameworks &amp; Tools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645920" y="3730752"/>
            <a:ext cx="412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21, Spring Boot 3.5, PostgreSQL, Flyway, Stripe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78728" y="3090672"/>
            <a:ext cx="5364328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5888" y="32004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376008" y="3255264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Flow &amp; Integrations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376008" y="3730752"/>
            <a:ext cx="412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 → Cart → Order → Checkout → Stripe payment + webhooks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672584"/>
            <a:ext cx="5364328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78231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1645920" y="4837176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Progress &amp; Completed Modules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645920" y="5312664"/>
            <a:ext cx="412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built, compiling and ready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78728" y="4672584"/>
            <a:ext cx="5364328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5888" y="478231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7376008" y="4837176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Blockers, Optimizations &amp; Next Steps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7376008" y="5312664"/>
            <a:ext cx="412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to clear and the roadmap ahead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WORKFLOW &amp; PROCESS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Layered Modular Monolith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5875">
            <a:solidFill>
              <a:srgbClr val="D7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NexusCommerce  ·  Technical Review  ·  Orders, Checkout &amp; Payments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1481328"/>
            <a:ext cx="7589520" cy="548640"/>
          </a:xfrm>
          <a:prstGeom prst="roundRect">
            <a:avLst>
              <a:gd name="adj" fmla="val 10000"/>
            </a:avLst>
          </a:prstGeom>
          <a:solidFill>
            <a:srgbClr val="162032"/>
          </a:solidFill>
          <a:ln w="12700">
            <a:solidFill>
              <a:srgbClr val="16203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  ·   Web / Mobile application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00600" y="2029968"/>
            <a:ext cx="0" cy="20116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05840" y="2231136"/>
            <a:ext cx="7589520" cy="548640"/>
          </a:xfrm>
          <a:prstGeom prst="roundRect">
            <a:avLst>
              <a:gd name="adj" fmla="val 10000"/>
            </a:avLst>
          </a:prstGeom>
          <a:solidFill>
            <a:srgbClr val="2E6BE6"/>
          </a:solidFill>
          <a:ln w="12700">
            <a:solidFill>
              <a:srgbClr val="2E6BE6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  ·   Spring Boot @RestControllers  →  uniform ApiResponse envelope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00600" y="2779776"/>
            <a:ext cx="0" cy="20116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05840" y="2980944"/>
            <a:ext cx="7589520" cy="54864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  ·   JWT auth filter  +  @PreAuthorize (CUSTOMER / ADMIN)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00600" y="3529584"/>
            <a:ext cx="0" cy="20116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05840" y="3730752"/>
            <a:ext cx="7589520" cy="548640"/>
          </a:xfrm>
          <a:prstGeom prst="roundRect">
            <a:avLst>
              <a:gd name="adj" fmla="val 10000"/>
            </a:avLst>
          </a:prstGeom>
          <a:solidFill>
            <a:srgbClr val="0E9488"/>
          </a:solidFill>
          <a:ln w="12700">
            <a:solidFill>
              <a:srgbClr val="0E9488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Layer   ·   @Transactional business logic  —  Address · Cart · Order · Payment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00600" y="4279392"/>
            <a:ext cx="0" cy="20116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05840" y="4480560"/>
            <a:ext cx="7589520" cy="548640"/>
          </a:xfrm>
          <a:prstGeom prst="roundRect">
            <a:avLst>
              <a:gd name="adj" fmla="val 10000"/>
            </a:avLst>
          </a:prstGeom>
          <a:solidFill>
            <a:srgbClr val="1F2A44"/>
          </a:solidFill>
          <a:ln w="12700">
            <a:solidFill>
              <a:srgbClr val="1F2A44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   ·   Spring Data JPA / Hibernate  (ddl-auto: validate)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00600" y="5029200"/>
            <a:ext cx="0" cy="20116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05840" y="5230368"/>
            <a:ext cx="7589520" cy="548640"/>
          </a:xfrm>
          <a:prstGeom prst="roundRect">
            <a:avLst>
              <a:gd name="adj" fmla="val 10000"/>
            </a:avLst>
          </a:prstGeom>
          <a:solidFill>
            <a:srgbClr val="162032"/>
          </a:solidFill>
          <a:ln w="12700">
            <a:solidFill>
              <a:srgbClr val="162032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  ·   PostgreSQL (Supabase)   +   Flyway migrations  V1–V4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98280" y="3319272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635BFF"/>
          </a:solidFill>
          <a:ln w="12700">
            <a:solidFill>
              <a:srgbClr val="635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API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PaymentIntents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95360" y="4005072"/>
            <a:ext cx="502920" cy="0"/>
          </a:xfrm>
          <a:prstGeom prst="line">
            <a:avLst/>
          </a:prstGeom>
          <a:noFill/>
          <a:ln w="25400">
            <a:solidFill>
              <a:srgbClr val="635BFF"/>
            </a:solidFill>
            <a:prstDash val="solid"/>
            <a:headEnd type="triangl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098280" y="4754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integration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0584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deployable app · feature modules are internally decoupled (no cross-module DB relationships) so they can later split into services.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TECH STACK, FRAMEWORKS &amp; TOOLS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5875">
            <a:solidFill>
              <a:srgbClr val="D7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NexusCommerce  ·  Technical Review  ·  Orders, Checkout &amp; Payments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894015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0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Language &amp; Runtime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Java 21 (LTS)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0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Application Framework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Spring Boot 3.5.0 — modular monolith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0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/ API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Spring MVC REST controllers · Jakarta Bean Validation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0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Spring Security · JWT (jjwt 0.12) · BCrypt · stateless sessions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0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Access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Spring Data JPA / Hibernate ORM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0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PostgreSQL — Supabase (managed, pooled)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0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Schema Migrations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Flyway — schema-as-code (V1–V4), Hibernate validate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0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Payments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Stripe Java SDK 29.2.0 — PaymentIntents + Webhooks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0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Mapping / Boilerplate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MapStruct · Lombok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0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spring-dotenv (.env) · application.yaml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0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 &amp; Quality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Maven (wrapper) · JaCoCo · JUnit · Spring Security Test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WORKFLOW &amp; PROCESS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Request Pipeline (every module)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5875">
            <a:solidFill>
              <a:srgbClr val="D7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NexusCommerce  ·  Technical Review  ·  Orders, Checkout &amp; Payments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783080"/>
            <a:ext cx="2331720" cy="1188720"/>
          </a:xfrm>
          <a:prstGeom prst="roundRect">
            <a:avLst>
              <a:gd name="adj" fmla="val 4615"/>
            </a:avLst>
          </a:prstGeom>
          <a:solidFill>
            <a:srgbClr val="EEF2FB"/>
          </a:solidFill>
          <a:ln w="19050">
            <a:solidFill>
              <a:srgbClr val="2E6B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9280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@RestController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input, maps auth principal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0" y="2377440"/>
            <a:ext cx="56692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75888" y="1783080"/>
            <a:ext cx="2331720" cy="1188720"/>
          </a:xfrm>
          <a:prstGeom prst="roundRect">
            <a:avLst>
              <a:gd name="adj" fmla="val 4615"/>
            </a:avLst>
          </a:prstGeom>
          <a:solidFill>
            <a:srgbClr val="EEF2FB"/>
          </a:solidFill>
          <a:ln w="19050">
            <a:solidFill>
              <a:srgbClr val="0E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189280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67328" y="22860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@Transactional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rules &amp; invariants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07608" y="2377440"/>
            <a:ext cx="56692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74536" y="1783080"/>
            <a:ext cx="2331720" cy="1188720"/>
          </a:xfrm>
          <a:prstGeom prst="roundRect">
            <a:avLst>
              <a:gd name="adj" fmla="val 4615"/>
            </a:avLst>
          </a:prstGeom>
          <a:solidFill>
            <a:srgbClr val="EEF2FB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74536" y="189280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65976" y="22860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Data JPA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queries &amp; atomic updates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06256" y="2377440"/>
            <a:ext cx="56692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473184" y="1783080"/>
            <a:ext cx="2331720" cy="1188720"/>
          </a:xfrm>
          <a:prstGeom prst="roundRect">
            <a:avLst>
              <a:gd name="adj" fmla="val 4615"/>
            </a:avLst>
          </a:prstGeom>
          <a:solidFill>
            <a:srgbClr val="EEF2FB"/>
          </a:solidFill>
          <a:ln w="19050">
            <a:solidFill>
              <a:srgbClr val="1620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73184" y="189280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64624" y="22860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constraints, indexes,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advisory locks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3832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Cross-cutting concerns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703320"/>
            <a:ext cx="1091153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 — method-level @PreAuthorize role checks (CUSTOMER / ADMIN); JWT validated up-front by a stateless filter.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Uniform responses — every endpoint returns the ApiResponse&lt;T&gt; envelope { success, message, data, timestamp }.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errors — GlobalExceptionHandler maps each DomainException to its HTTP status; modules add exceptions without touching the handler.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Auditing &amp; soft-delete — BaseEntity stamps id / createdAt / updatedAt and a deleted flag on every row.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DATA HANDLING &amp; MANAGEMENT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Data Is Stored &amp; Protected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5875">
            <a:solidFill>
              <a:srgbClr val="D7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NexusCommerce  ·  Technical Review  ·  Orders, Checkout &amp; Payments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75895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base — every entity extends BaseEntity: UUID primary key (@UuidGenerator), created/updated audit timestamps, and a soft-delete flag. Records are flagged deleted, never physically removed.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decoupling — cross-module links are stored as plain IDs (userId, productId, merchantId), not JPA relationships, so modules stay independent and could later split into services.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 integrity via snapshots — an order copies unit price, name, SKU, merchant and the full shipping address at purchase time, so later edits or deletes to products/addresses never rewrite past orders.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owned by Flyway — Hibernate runs in validate mode (no silent auto-DDL). DB-level invariants: partial unique indexes (one default address, one primary image) and a non-negative stock CHECK.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Concurrency handled in the database — atomic conditional UPDATE for stock (no oversell), and Postgres transaction-scoped advisory locks serialize per-user address changes.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412480" y="1463040"/>
            <a:ext cx="3108960" cy="2743200"/>
          </a:xfrm>
          <a:prstGeom prst="roundRect">
            <a:avLst>
              <a:gd name="adj" fmla="val 2000"/>
            </a:avLst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BaseEntity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0" y="205740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: UUID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 : Instant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updatedAt : Instant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 : boolean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0" y="4251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Inherited by Address, Cart,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Order, OrderItem, Product …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MODULE — USER ADDRESSES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Addresses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5875">
            <a:solidFill>
              <a:srgbClr val="D7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NexusCommerce  ·  Technical Review  ·  Orders, Checkout &amp; Payments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path:  /api/users/me/addresses   ·   role: CUSTOMER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CRUD over a user's saved shipping addresses (create, list, get, update, delete).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Exactly one default address per user — set explicitly via PATCH /{id}/default; first address auto-defaults.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Configurable cap (app.user.address.max-per-user, default 5) enforced on create.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Deleting the default promotes the next most-recent address automatically.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92240" y="1737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Single-default invariant — how it stays correct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103120"/>
            <a:ext cx="5029200" cy="777240"/>
          </a:xfrm>
          <a:prstGeom prst="roundRect">
            <a:avLst>
              <a:gd name="adj" fmla="val 7059"/>
            </a:avLst>
          </a:prstGeom>
          <a:solidFill>
            <a:srgbClr val="EEF2FB"/>
          </a:solidFill>
          <a:ln w="12700">
            <a:solidFill>
              <a:srgbClr val="0E948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Acquire Postgres advisory lock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pg_advisory_xact_lock( user 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06840" y="2880360"/>
            <a:ext cx="0" cy="27432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92240" y="315468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EEF2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clearDefaultForUser(...)  → unset others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06840" y="3794760"/>
            <a:ext cx="0" cy="27432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492240" y="406908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EEF2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this address.isDefault = true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06840" y="4709160"/>
            <a:ext cx="0" cy="27432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92240" y="4983480"/>
            <a:ext cx="5029200" cy="777240"/>
          </a:xfrm>
          <a:prstGeom prst="roundRect">
            <a:avLst>
              <a:gd name="adj" fmla="val 7059"/>
            </a:avLst>
          </a:prstGeom>
          <a:solidFill>
            <a:srgbClr val="162032"/>
          </a:solidFill>
          <a:ln w="12700">
            <a:solidFill>
              <a:srgbClr val="16203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backstop: partial unique index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uniq_user_addresses_default (V3)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 serializes concurrent edits for the same user, so the count cap and single-default rule can't be raced.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MODULE — SHOPPING CART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to Cart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5875">
            <a:solidFill>
              <a:srgbClr val="D7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NexusCommerce  ·  Technical Review  ·  Orders, Checkout &amp; Payments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path:  /api/cart   ·   role: CUSTOMER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Behaviour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6035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persistent cart per user — created lazily on first access (get-or-create).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merges quantity if the product is already in the cart; otherwise inserts a line.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add/update validates the product is ACTIVE and that requested qty ≤ available stock.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 &amp; clear are soft-deletes; the cart is reused next session.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 is computed live: inactive/removed products show available = false and are excluded from totals.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0" y="1737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05740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/api/cart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/api/cart/items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/api/cart/items/{productId}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/api/cart/items/{productId}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/api/cart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583680" y="457200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 w="12700">
            <a:solidFill>
              <a:srgbClr val="C2700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here is only VALIDATED, never reserved.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is reserved later, at checkout.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MODULE — ORDERS &amp; CHECKOUT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Checkout — one atomic transaction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5875">
            <a:solidFill>
              <a:srgbClr val="D7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NexusCommerce  ·  Technical Review  ·  Orders, Checkout &amp; Payments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1481328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813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417320"/>
            <a:ext cx="7863840" cy="530352"/>
          </a:xfrm>
          <a:prstGeom prst="roundRect">
            <a:avLst>
              <a:gd name="adj" fmla="val 10345"/>
            </a:avLst>
          </a:prstGeom>
          <a:solidFill>
            <a:srgbClr val="F4F6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cart is not empty  ·  load the chosen saved address (ownership-checked)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139696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396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075688"/>
            <a:ext cx="7863840" cy="530352"/>
          </a:xfrm>
          <a:prstGeom prst="roundRect">
            <a:avLst>
              <a:gd name="adj" fmla="val 10345"/>
            </a:avLst>
          </a:prstGeom>
          <a:solidFill>
            <a:srgbClr val="F4F6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each line: confirm the product exists and is ACTIVE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798064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980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734056"/>
            <a:ext cx="7863840" cy="530352"/>
          </a:xfrm>
          <a:prstGeom prst="roundRect">
            <a:avLst>
              <a:gd name="adj" fmla="val 10345"/>
            </a:avLst>
          </a:prstGeom>
          <a:solidFill>
            <a:srgbClr val="EEF2FB"/>
          </a:solidFill>
          <a:ln w="19050">
            <a:solidFill>
              <a:srgbClr val="C2700A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Atomic stock reserve — UPDATE … SET stock = stock − qty WHERE stock ≥ qty  (no oversell)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456432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56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392424"/>
            <a:ext cx="7863840" cy="530352"/>
          </a:xfrm>
          <a:prstGeom prst="roundRect">
            <a:avLst>
              <a:gd name="adj" fmla="val 10345"/>
            </a:avLst>
          </a:prstGeom>
          <a:solidFill>
            <a:srgbClr val="F4F6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 price · name · SKU · merchantId onto each OrderItem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148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050792"/>
            <a:ext cx="7863840" cy="530352"/>
          </a:xfrm>
          <a:prstGeom prst="roundRect">
            <a:avLst>
              <a:gd name="adj" fmla="val 10345"/>
            </a:avLst>
          </a:prstGeom>
          <a:solidFill>
            <a:srgbClr val="F4F6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 the shipping address onto the order (ship_* columns)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773168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773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4709160"/>
            <a:ext cx="7863840" cy="530352"/>
          </a:xfrm>
          <a:prstGeom prst="roundRect">
            <a:avLst>
              <a:gd name="adj" fmla="val 10345"/>
            </a:avLst>
          </a:prstGeom>
          <a:solidFill>
            <a:srgbClr val="F4F6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 order as PENDING_PAYMENT  ·  soft-delete the cart items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431536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4315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5367528"/>
            <a:ext cx="7863840" cy="530352"/>
          </a:xfrm>
          <a:prstGeom prst="roundRect">
            <a:avLst>
              <a:gd name="adj" fmla="val 10345"/>
            </a:avLst>
          </a:prstGeom>
          <a:solidFill>
            <a:srgbClr val="F4F6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Initiate payment → PaymentInitiation { status, reference, clientSecret }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686800" y="1417320"/>
            <a:ext cx="2926080" cy="3657600"/>
          </a:xfrm>
          <a:prstGeom prst="roundRect">
            <a:avLst>
              <a:gd name="adj" fmla="val 1875"/>
            </a:avLst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All-or-nothing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961120" y="201168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DBE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@Transactional wraps the whole flow.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DBE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failure rolls everything back — stock is never decremented for an order that isn't created, and the cart is never emptied without an order.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BE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DB CHECK (stock ≥ 0) is the final backstop against overselling.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MODULE — ORDERS &amp; CHECKOUT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Lifecycle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5875">
            <a:solidFill>
              <a:srgbClr val="D7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NexusCommerce  ·  Technical Review  ·  Orders, Checkout &amp; Payments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EEF2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PENDING_PAYMENT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06040" y="2331720"/>
            <a:ext cx="29260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898648" y="201168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0E9488"/>
          </a:solidFill>
          <a:ln w="12700">
            <a:solidFill>
              <a:srgbClr val="0E948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64608" y="2331720"/>
            <a:ext cx="29260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157216" y="201168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0E9488"/>
          </a:solidFill>
          <a:ln w="12700">
            <a:solidFill>
              <a:srgbClr val="0E948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23176" y="2331720"/>
            <a:ext cx="29260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415784" y="201168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0E9488"/>
          </a:solidFill>
          <a:ln w="12700">
            <a:solidFill>
              <a:srgbClr val="0E948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381744" y="2331720"/>
            <a:ext cx="29260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674352" y="201168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0E9488"/>
          </a:solidFill>
          <a:ln w="12700">
            <a:solidFill>
              <a:srgbClr val="0E948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Happy path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3154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 / terminal states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898648" y="3566160"/>
            <a:ext cx="1965960" cy="73152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 w="12700">
            <a:solidFill>
              <a:srgbClr val="C2700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CANCELLED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(restocks items)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81628" y="2651760"/>
            <a:ext cx="0" cy="914400"/>
          </a:xfrm>
          <a:prstGeom prst="line">
            <a:avLst/>
          </a:prstGeom>
          <a:noFill/>
          <a:ln w="25400">
            <a:solidFill>
              <a:srgbClr val="C2700A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40080" y="3566160"/>
            <a:ext cx="1965960" cy="73152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 w="12700">
            <a:solidFill>
              <a:srgbClr val="DC262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PAYMENT_FAILED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(restocks items)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23060" y="2651760"/>
            <a:ext cx="0" cy="91440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157216" y="3566160"/>
            <a:ext cx="1965960" cy="73152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 w="12700">
            <a:solidFill>
              <a:srgbClr val="6B728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REFUNDED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1091153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Transitions are enforced in the service layer (illegal moves → 409 Conflict).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Implemented today: PENDING_PAYMENT → PAID (manual confirm or Stripe webhook), and PENDING_PAYMENT / PAID → CANCELLED with stock returned.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webhook drives PENDING_PAYMENT → PAID on success, or → PAYMENT_FAILED (with restock) on failure.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MODULE — PAYMENTS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Gateway — pluggable abstraction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5875">
            <a:solidFill>
              <a:srgbClr val="D7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NexusCommerce  ·  Technical Review  ·  Orders, Checkout &amp; Payments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Checkout depends only on a PaymentGateway interface — never on a concrete provider.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active gateway is chosen by config: app.payment.provider = manual | stripe (mutually-exclusive @ConditionalOnProperty beans → exactly one is wired).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ManualPaymentGateway (default) marks payment PENDING; an admin endpoint POST /api/orders/{id}/pay confirms it — a stand-in used before Stripe.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Adding Stripe required no changes to checkout logic — it slotted in as a new implementation.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63840" y="155448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162032"/>
          </a:solidFill>
          <a:ln w="12700">
            <a:solidFill>
              <a:srgbClr val="16203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(checkout)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052560" y="2286000"/>
            <a:ext cx="0" cy="3200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315200" y="2606040"/>
            <a:ext cx="3474720" cy="594360"/>
          </a:xfrm>
          <a:prstGeom prst="roundRect">
            <a:avLst>
              <a:gd name="adj" fmla="val 9231"/>
            </a:avLst>
          </a:prstGeom>
          <a:solidFill>
            <a:srgbClr val="EEF2FB"/>
          </a:solidFill>
          <a:ln w="19050">
            <a:solidFill>
              <a:srgbClr val="4F46E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«interface»  PaymentGateway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3200400"/>
            <a:ext cx="0" cy="3657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966960" y="3200400"/>
            <a:ext cx="0" cy="3657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949440" y="356616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ManualPaymentGateway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(default)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0" y="356616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635BFF"/>
          </a:solidFill>
          <a:ln w="12700">
            <a:solidFill>
              <a:srgbClr val="635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StripePaymentGateway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(provider=stripe)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11094415" cy="82296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Symmetric callback for results: PaymentEventHandler (implemented by OrderService) keeps the dependency one-way — order depends on payment, never the reverse.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SYSTEM FLOW &amp; INTEGRATIONS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Payment — end-to-end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5875">
            <a:solidFill>
              <a:srgbClr val="D7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NexusCommerce  ·  Technical Review  ·  Orders, Checkout &amp; Payments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2E6BE6"/>
          </a:solidFill>
          <a:ln w="12700">
            <a:solidFill>
              <a:srgbClr val="2E6BE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→ API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64992" y="137160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/api/orders — place order from cart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74520" y="1874520"/>
            <a:ext cx="0" cy="9601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48640" y="1970532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635BFF"/>
          </a:solidFill>
          <a:ln w="12700">
            <a:solidFill>
              <a:srgbClr val="635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→ Stripe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64992" y="1970532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PaymentIntent (amount in minor units, idempotency key, orderNumber metadata)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74520" y="2473452"/>
            <a:ext cx="0" cy="9601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48640" y="2569464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635BFF"/>
          </a:solidFill>
          <a:ln w="12700">
            <a:solidFill>
              <a:srgbClr val="635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→ API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64992" y="2569464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PaymentIntent id + clientSecret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74520" y="3072384"/>
            <a:ext cx="0" cy="9601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48640" y="3168396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2E6BE6"/>
          </a:solidFill>
          <a:ln w="12700">
            <a:solidFill>
              <a:srgbClr val="2E6BE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→ Client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64992" y="3168396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CheckoutResponse { order, clientSecret } — secret never persisted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671316"/>
            <a:ext cx="0" cy="9601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48640" y="3767328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635BFF"/>
          </a:solidFill>
          <a:ln w="12700">
            <a:solidFill>
              <a:srgbClr val="635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⇄ Stripe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64992" y="3767328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confirms card with Stripe.js / Elements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74520" y="4270248"/>
            <a:ext cx="0" cy="9601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48640" y="436626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635BFF"/>
          </a:solidFill>
          <a:ln w="12700">
            <a:solidFill>
              <a:srgbClr val="635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→ API (webhook)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64992" y="43662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/api/payments/stripe/webhook  (Stripe-Signature header)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4869180"/>
            <a:ext cx="0" cy="9601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48640" y="4965192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1F2A44"/>
          </a:solidFill>
          <a:ln w="12700">
            <a:solidFill>
              <a:srgbClr val="1F2A4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verifies &amp; dedupes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64992" y="4965192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signature → skip if event id already processed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5468112"/>
            <a:ext cx="0" cy="9601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48640" y="5564124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0E9488"/>
          </a:solidFill>
          <a:ln w="12700">
            <a:solidFill>
              <a:srgbClr val="0E948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updated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364992" y="5564124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succeeded → PAID   ·   failed → PAYMENT_FAILED + restock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SYSTEM FLOW &amp; INTEGRATIONS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— security &amp; reliability controls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5875">
            <a:solidFill>
              <a:srgbClr val="D7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NexusCommerce  ·  Technical Review  ·  Orders, Checkout &amp; Payments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5364328" cy="2148840"/>
          </a:xfrm>
          <a:prstGeom prst="roundRect">
            <a:avLst>
              <a:gd name="adj" fmla="val 2553"/>
            </a:avLst>
          </a:prstGeom>
          <a:solidFill>
            <a:srgbClr val="F4F6FB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417320"/>
            <a:ext cx="109728" cy="2148840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545336"/>
            <a:ext cx="490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5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1965960"/>
            <a:ext cx="486140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 is a public path, but verified by Stripe-Signature (HMAC) against the signing secret.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JWT on the webhook — Stripe sends none; the signature is the proof.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1417320"/>
            <a:ext cx="5364328" cy="2148840"/>
          </a:xfrm>
          <a:prstGeom prst="roundRect">
            <a:avLst>
              <a:gd name="adj" fmla="val 2553"/>
            </a:avLst>
          </a:prstGeom>
          <a:solidFill>
            <a:srgbClr val="F4F6FB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728" y="1417320"/>
            <a:ext cx="109728" cy="21488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6553048" y="1545336"/>
            <a:ext cx="490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Idempotency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53048" y="1965960"/>
            <a:ext cx="486140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handled event id is recorded in processed_webhook_events — re-deliveries are no-ops.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PaymentIntent creation uses an order-scoped idempotency key — a retried checkout won't double-charge.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5364328" cy="2148840"/>
          </a:xfrm>
          <a:prstGeom prst="roundRect">
            <a:avLst>
              <a:gd name="adj" fmla="val 2553"/>
            </a:avLst>
          </a:prstGeom>
          <a:solidFill>
            <a:srgbClr val="F4F6FB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40480"/>
            <a:ext cx="109728" cy="2148840"/>
          </a:xfrm>
          <a:prstGeom prst="rect">
            <a:avLst/>
          </a:prstGeom>
          <a:solidFill>
            <a:srgbClr val="0E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968496"/>
            <a:ext cx="490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Correctness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389120"/>
            <a:ext cx="486140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Amounts converted to minor units with zero-decimal currency handling (e.g. JPY).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looked up by PaymentIntent id (indexed); state transitions are idempotent &amp; guarded.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78728" y="3840480"/>
            <a:ext cx="5364328" cy="2148840"/>
          </a:xfrm>
          <a:prstGeom prst="roundRect">
            <a:avLst>
              <a:gd name="adj" fmla="val 2553"/>
            </a:avLst>
          </a:prstGeom>
          <a:solidFill>
            <a:srgbClr val="F4F6FB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3840480"/>
            <a:ext cx="109728" cy="214884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23" name="Text 21"/>
          <p:cNvSpPr/>
          <p:nvPr/>
        </p:nvSpPr>
        <p:spPr>
          <a:xfrm>
            <a:off x="6553048" y="3968496"/>
            <a:ext cx="490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53048" y="4389120"/>
            <a:ext cx="486140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Secrets via environment (STRIPE_SECRET_KEY / STRIPE_WEBHOOK_SECRET) — never committed.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 switch (manual ↔ stripe) needs no code change; Stripe beans load only when active.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DATA HANDLING &amp; MANAGEMENT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Tables &amp; Migrations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5875">
            <a:solidFill>
              <a:srgbClr val="D7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NexusCommerce  ·  Technical Review  ·  Orders, Checkout &amp; Payments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5455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carts / cart_items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One cart per user; items reference productId + quantity (soft-deletable)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user_addresses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Saved addresses; partial unique index for the single default (V3)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Snapshot of money breakdown, payment fields &amp; shipping address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order_items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Snapshot of price / name / SKU / merchantId per line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products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Stock with non-negative CHECK; atomic decrement / increment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processed_webhook_events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Idempotency ledger for Stripe events (V4)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48006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 timeline  (Flyway — Hibernate validate)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516636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EEF2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  —  baseline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017520" y="5486400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3246120" y="516636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EEF2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  —  order + payment tables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15000" y="5486400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5943600" y="516636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EEF2FB"/>
          </a:solidFill>
          <a:ln w="12700">
            <a:solidFill>
              <a:srgbClr val="C9D4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V3  —  partial unique indexes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412480" y="5486400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8641080" y="516636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635BFF"/>
          </a:solidFill>
          <a:ln w="12700">
            <a:solidFill>
              <a:srgbClr val="635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V4  —  Stripe webhook support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SYSTEM FLOW &amp; INTEGRATIONS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Surface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5875">
            <a:solidFill>
              <a:srgbClr val="D7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NexusCommerce  ·  Technical Review  ·  Orders, Checkout &amp; Payments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5788152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150" dirty="0"/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50" dirty="0"/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150" dirty="0"/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Auth</a:t>
                      </a:r>
                      <a:endParaRPr lang="en-US" sz="1150" dirty="0"/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Addresses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/api/users/me/addresses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/api/users/me/addresses  ·  /{id}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 / DELETE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/api/users/me/addresses/{id}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PATCH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/api/users/me/addresses/{id}/default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/api/cart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/api/cart/items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 / DELETE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/api/cart/items/{productId}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/api/cart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/api/orders   (checkout)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/api/orders  ·  /{id}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/api/orders/{id}/cancel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/api/orders/{id}/pay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Payments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/api/payments/stripe/webhook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 (signed)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CURRENT PROGRESS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 Modules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5875">
            <a:solidFill>
              <a:srgbClr val="D7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NexusCommerce  ·  Technical Review  ·  Orders, Checkout &amp; Payments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636776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4630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&amp; JWT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1463040"/>
            <a:ext cx="4327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10312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276856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10312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 &amp; Categories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2103120"/>
            <a:ext cx="4327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916936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27432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Addresses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0" y="2743200"/>
            <a:ext cx="4327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557016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338328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Shopping Cart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132320" y="3383280"/>
            <a:ext cx="4327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197096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40233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&amp; Checkout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132320" y="4023360"/>
            <a:ext cx="4327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4837176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46634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abstraction (PaymentGateway)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132320" y="4663440"/>
            <a:ext cx="4327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30352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5477256"/>
            <a:ext cx="201168" cy="201168"/>
          </a:xfrm>
          <a:prstGeom prst="ellipse">
            <a:avLst/>
          </a:prstGeom>
          <a:solidFill>
            <a:srgbClr val="C2700A"/>
          </a:solidFill>
          <a:ln w="12700">
            <a:solidFill>
              <a:srgbClr val="C270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0" y="530352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gateway + webhooks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132320" y="5303520"/>
            <a:ext cx="4327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270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complete · compiles · pending live test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94360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" y="6117336"/>
            <a:ext cx="201168" cy="201168"/>
          </a:xfrm>
          <a:prstGeom prst="ellipse">
            <a:avLst/>
          </a:prstGeom>
          <a:solidFill>
            <a:srgbClr val="C2700A"/>
          </a:solidFill>
          <a:ln w="12700">
            <a:solidFill>
              <a:srgbClr val="C270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0" y="59436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Flyway migrations V1–V4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132320" y="5943600"/>
            <a:ext cx="4327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270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Authored · V4 pending live apply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status:  mvnw compile → BUILD SUCCESS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BLOCKERS, OPTIMIZATIONS &amp;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Risks, Optimizations &amp;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15875">
            <a:solidFill>
              <a:srgbClr val="D7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NexusCommerce  ·  Technical Review  ·  Orders, Checkout &amp; Payments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3515258" cy="4297680"/>
          </a:xfrm>
          <a:prstGeom prst="roundRect">
            <a:avLst>
              <a:gd name="adj" fmla="val 1561"/>
            </a:avLst>
          </a:prstGeom>
          <a:solidFill>
            <a:srgbClr val="F4F6FB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463040"/>
            <a:ext cx="351525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463040"/>
            <a:ext cx="35152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Blockers / Risks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4672" y="2103120"/>
            <a:ext cx="3058058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Flyway V4 not yet applied to the live Supabase DB — data-sensitive (dedupe + verify first).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path not yet validated against live test keys &amp; real webhook deliveries.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Abandoned PaymentIntent leaves stock reserved (no expiry job yet).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38218" y="1463040"/>
            <a:ext cx="3515258" cy="4297680"/>
          </a:xfrm>
          <a:prstGeom prst="roundRect">
            <a:avLst>
              <a:gd name="adj" fmla="val 1561"/>
            </a:avLst>
          </a:prstGeom>
          <a:solidFill>
            <a:srgbClr val="F4F6FB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38218" y="1463040"/>
            <a:ext cx="3515258" cy="5029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338218" y="1463040"/>
            <a:ext cx="35152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Optimizations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94250" y="2103120"/>
            <a:ext cx="3058058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reservation-expiry / timeout job to release unpaid orders.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Idempotent webhooks already in place (event ledger + intent key).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 on payment_intent_id for fast webhook reconciliation.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7797" y="1463040"/>
            <a:ext cx="3515258" cy="4297680"/>
          </a:xfrm>
          <a:prstGeom prst="roundRect">
            <a:avLst>
              <a:gd name="adj" fmla="val 1561"/>
            </a:avLst>
          </a:prstGeom>
          <a:solidFill>
            <a:srgbClr val="F4F6FB"/>
          </a:solidFill>
          <a:ln w="12700">
            <a:solidFill>
              <a:srgbClr val="C9D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7797" y="1463040"/>
            <a:ext cx="3515258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127797" y="1463040"/>
            <a:ext cx="35152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83829" y="2103120"/>
            <a:ext cx="3058058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&amp; verify migrations on Supabase.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/ integration tests for gateway + webhook.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Connect (multi-vendor payouts) + refunds flow.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tax / shipping / discount (columns already exist).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88920"/>
            <a:ext cx="12191695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 covered: </a:t>
            </a:r>
            <a:pPr indent="0" marL="0">
              <a:buNone/>
            </a:pPr>
            <a:r>
              <a:rPr lang="en-US" sz="1300" dirty="0">
                <a:solidFill>
                  <a:srgbClr val="9DB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Addresses · Add to Cart · Create Order · Checkout · Stripe Payments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NexusCommerce — Spring Boot · PostgreSQL · Stripe    |    Prepared by Himanshu · 2026-06-04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Ecommerce Collections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NexusCommerce — Technical Review</dc:title>
  <dc:subject>PptxGenJS Presentation</dc:subject>
  <dc:creator>Himanshu</dc:creator>
  <cp:lastModifiedBy>Himanshu</cp:lastModifiedBy>
  <cp:revision>1</cp:revision>
  <dcterms:created xsi:type="dcterms:W3CDTF">2026-06-04T14:26:39Z</dcterms:created>
  <dcterms:modified xsi:type="dcterms:W3CDTF">2026-06-04T14:26:39Z</dcterms:modified>
</cp:coreProperties>
</file>